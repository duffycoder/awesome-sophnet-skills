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AI简介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F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人工智能入门指南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3035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什么是AI？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人工智能（Artificial Intelligence，简称AI）是计算机科学的一个分支，致力于创造能够模仿人类智能行为的系统。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学习能力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从数据中学习模式和规律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推理能力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基于规则和逻辑进行决策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46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感知能力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理解视觉、语音和语言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4864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86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自适应能力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5806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根据环境变化调整行为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2026-02-10T11:46:11Z</dcterms:created>
  <dcterms:modified xsi:type="dcterms:W3CDTF">2026-02-10T11:46:11Z</dcterms:modified>
</cp:coreProperties>
</file>